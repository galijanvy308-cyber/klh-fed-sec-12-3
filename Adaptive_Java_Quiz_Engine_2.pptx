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206240" cy="6858000"/>
          </a:xfrm>
          <a:prstGeom prst="rect">
            <a:avLst/>
          </a:prstGeom>
          <a:solidFill>
            <a:srgbClr val="17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41080" y="914400"/>
            <a:ext cx="2286000" cy="2286000"/>
          </a:xfrm>
          <a:prstGeom prst="round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15400" y="1645920"/>
            <a:ext cx="173736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101830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703320"/>
            <a:ext cx="1508760" cy="1508760"/>
          </a:xfrm>
          <a:prstGeom prst="roundRect">
            <a:avLst/>
          </a:prstGeom>
          <a:solidFill>
            <a:srgbClr val="4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28048" y="3977639"/>
            <a:ext cx="1097280" cy="8229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4200" b="1">
                <a:solidFill>
                  <a:srgbClr val="101830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5029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CDB4"/>
                </a:solidFill>
                <a:latin typeface="Aptos"/>
              </a:defRPr>
            </a:pPr>
            <a:r>
              <a:t>MODULES 4 • 5 •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694944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5F8FF"/>
                </a:solidFill>
                <a:latin typeface="Aptos"/>
              </a:defRPr>
            </a:pPr>
            <a:r>
              <a:t>Adaptive Java</a:t>
            </a:r>
          </a:p>
          <a:p>
            <a:pPr>
              <a:spcAft>
                <a:spcPts val="500"/>
              </a:spcAft>
              <a:defRPr sz="3800" b="1">
                <a:solidFill>
                  <a:srgbClr val="F5F8FF"/>
                </a:solidFill>
                <a:latin typeface="Aptos"/>
              </a:defRPr>
            </a:pPr>
            <a:r>
              <a:t>Quiz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6492240" cy="9601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B4C0D7"/>
                </a:solidFill>
                <a:latin typeface="Aptos"/>
              </a:defRPr>
            </a:pPr>
            <a:r>
              <a:t>A simple console quiz that uses core Java concepts,</a:t>
            </a:r>
          </a:p>
          <a:p>
            <a:pPr>
              <a:spcAft>
                <a:spcPts val="500"/>
              </a:spcAft>
              <a:defRPr sz="1800" b="0">
                <a:solidFill>
                  <a:srgbClr val="B4C0D7"/>
                </a:solidFill>
                <a:latin typeface="Aptos"/>
              </a:defRPr>
            </a:pPr>
            <a:r>
              <a:t>checks answers, suggests a practice level, and saves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983480"/>
            <a:ext cx="2011680" cy="438912"/>
          </a:xfrm>
          <a:prstGeom prst="round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093208"/>
            <a:ext cx="1737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01830"/>
                </a:solidFill>
                <a:latin typeface="Aptos"/>
              </a:defRPr>
            </a:pPr>
            <a:r>
              <a:t>CASE STUDY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6858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Aptos"/>
              </a:defRPr>
            </a:pPr>
            <a:r>
              <a:t>Java • Scanner • OOP • Collections • File I/O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5F8FF"/>
                </a:solidFill>
                <a:latin typeface="Aptos"/>
              </a:defRPr>
            </a:pPr>
            <a:r>
              <a:t>The Adaptive Java Quiz Engine is a small, menu-free quiz program that asks multiple-choice questions and checks the user's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3337560" cy="242316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560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CDB4"/>
                </a:solidFill>
                <a:latin typeface="Aptos"/>
              </a:defRPr>
            </a:pPr>
            <a:r>
              <a:t>01 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65176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Shows questions and options using Scanner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606040"/>
            <a:ext cx="3337560" cy="242316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2880360"/>
            <a:ext cx="2560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DDCEB"/>
                </a:solidFill>
                <a:latin typeface="Aptos"/>
              </a:defRPr>
            </a:pPr>
            <a:r>
              <a:t>02 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429000"/>
            <a:ext cx="265176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Counts correct answers and suggests a practice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606040"/>
            <a:ext cx="3337560" cy="242316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880360"/>
            <a:ext cx="2560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C15C"/>
                </a:solidFill>
                <a:latin typeface="Aptos"/>
              </a:defRPr>
            </a:pPr>
            <a:r>
              <a:t>03 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29000"/>
            <a:ext cx="265176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Writes the score and suggested level to a text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07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B4C0D7"/>
                </a:solidFill>
                <a:latin typeface="Aptos"/>
              </a:defRPr>
            </a:pPr>
            <a:r>
              <a:t>Built with Java only — one complete source file, no comments, and beginner-friendly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Problem, aim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452628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2976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C15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480560" cy="29260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 Manual quiz checking takes time.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 Learners need quick feedback.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 Scores should be saved for later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452628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2976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CDB4"/>
                </a:solidFill>
                <a:latin typeface="Aptos"/>
              </a:defRPr>
            </a:pPr>
            <a:r>
              <a:t>THE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480560" cy="3200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 Ask questions in the console.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 Calculate the score automatically.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 Suggest basic or advanced practice.</a:t>
            </a:r>
          </a:p>
          <a:p>
            <a:pPr>
              <a:spcAft>
                <a:spcPts val="1200"/>
              </a:spcAft>
              <a:defRPr sz="1900">
                <a:solidFill>
                  <a:srgbClr val="F5F8FF"/>
                </a:solidFill>
                <a:latin typeface="Aptos"/>
              </a:defRPr>
            </a:pPr>
            <a:r>
              <a:t>•  Save results in a text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Java concepts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388620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3429000" cy="109728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9260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0CDB4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2926080" cy="2194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Encapsulation • Abstraction</a:t>
            </a:r>
          </a:p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Inheritance • Polymorphism</a:t>
            </a:r>
          </a:p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Getters / Setters • Overriding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429000" cy="388620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3429000" cy="109728"/>
          </a:xfrm>
          <a:prstGeom prst="rect">
            <a:avLst/>
          </a:prstGeom>
          <a:solidFill>
            <a:srgbClr val="4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29260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4DDCEB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2926080" cy="2194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Strings • Library algorithms</a:t>
            </a:r>
          </a:p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File input/output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00200"/>
            <a:ext cx="3429000" cy="388620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21040" y="1600200"/>
            <a:ext cx="3429000" cy="109728"/>
          </a:xfrm>
          <a:prstGeom prst="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965960"/>
            <a:ext cx="29260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C15C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97480"/>
            <a:ext cx="2926080" cy="2194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Generics • Autoboxing / unboxing</a:t>
            </a:r>
          </a:p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Collections • Iterator</a:t>
            </a:r>
          </a:p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Lambda expressions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Module 4 — Object-oriented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166360" cy="12344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CDB4"/>
                </a:solidFill>
                <a:latin typeface="Aptos"/>
              </a:defRPr>
            </a:pPr>
            <a:r>
              <a:t>Encapsulation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56231"/>
            <a:ext cx="4709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Question details are private.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325880"/>
            <a:ext cx="5166360" cy="12344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59" y="1481328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DDCEB"/>
                </a:solidFill>
                <a:latin typeface="Aptos"/>
              </a:defRPr>
            </a:pPr>
            <a:r>
              <a:t>Getter / Setter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1856231"/>
            <a:ext cx="4709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getText() reads text; setText() updates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2072"/>
            <a:ext cx="5166360" cy="12344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CDB4"/>
                </a:solidFill>
                <a:latin typeface="Aptos"/>
              </a:defRPr>
            </a:pPr>
            <a:r>
              <a:t>Abstraction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92424"/>
            <a:ext cx="4709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Question is abstract and defines ask().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2862072"/>
            <a:ext cx="5166360" cy="12344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59" y="3017520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DDCEB"/>
                </a:solidFill>
                <a:latin typeface="Aptos"/>
              </a:defRPr>
            </a:pPr>
            <a:r>
              <a:t>Inheritance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392424"/>
            <a:ext cx="4709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MCQQuestion extends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98264"/>
            <a:ext cx="5166360" cy="12344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553712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CDB4"/>
                </a:solidFill>
                <a:latin typeface="Aptos"/>
              </a:defRPr>
            </a:pPr>
            <a:r>
              <a:t>Polymorphism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28616"/>
            <a:ext cx="4709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A Question reference calls the child's ask().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4398264"/>
            <a:ext cx="5166360" cy="12344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4553712"/>
            <a:ext cx="4709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DDCEB"/>
                </a:solidFill>
                <a:latin typeface="Aptos"/>
              </a:defRPr>
            </a:pPr>
            <a:r>
              <a:t>Method overriding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928616"/>
            <a:ext cx="4709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MCQQuestion provides its own ask() method.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Module 5 — Strings, algorithms &amp;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438912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0CDB4"/>
                </a:solidFill>
                <a:latin typeface="Aptos"/>
              </a:defRPr>
            </a:pPr>
            <a:r>
              <a:t>STRINGS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834640" cy="1920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toUpperCase() displays each question in uppercase.</a:t>
            </a:r>
          </a:p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toLowerCase() displays options in lowercase.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74720" cy="438912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926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4DDCEB"/>
                </a:solidFill>
                <a:latin typeface="Aptos"/>
              </a:defRPr>
            </a:pPr>
            <a:r>
              <a:t>LIBRARY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23160"/>
            <a:ext cx="2834640" cy="2468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ArrayList stores questions.</a:t>
            </a:r>
          </a:p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sort() orders questions by text.</a:t>
            </a:r>
          </a:p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t>Collections.shuffle() changes the quiz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74720" cy="438912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926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C15C"/>
                </a:solidFill>
                <a:latin typeface="Aptos"/>
              </a:defRPr>
            </a:pPr>
            <a:r>
              <a:t>FILE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23160"/>
            <a:ext cx="2834640" cy="2194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FileWriter creates quiz_result.txt and stores the final score and suggested level.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Module 6 — Collections &amp; modern Java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2514600" cy="566928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408176"/>
            <a:ext cx="21945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CDB4"/>
                </a:solidFill>
                <a:latin typeface="Aptos"/>
              </a:defRPr>
            </a:pPr>
            <a:r>
              <a:t>Generics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408176"/>
            <a:ext cx="749807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ArrayList&lt;Question&gt; keeps Question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39112"/>
            <a:ext cx="2514600" cy="566928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167128"/>
            <a:ext cx="21945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DDCEB"/>
                </a:solidFill>
                <a:latin typeface="Aptos"/>
              </a:defRPr>
            </a:pPr>
            <a:r>
              <a:t>Autoboxing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67128"/>
            <a:ext cx="749807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The int result is stored in Integer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98063"/>
            <a:ext cx="2514600" cy="566928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926079"/>
            <a:ext cx="21945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CDB4"/>
                </a:solidFill>
                <a:latin typeface="Aptos"/>
              </a:defRPr>
            </a:pPr>
            <a:r>
              <a:t>Unboxing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926079"/>
            <a:ext cx="749807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score is converted to int during score +=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57015"/>
            <a:ext cx="2514600" cy="566928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685031"/>
            <a:ext cx="21945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DDCEB"/>
                </a:solidFill>
                <a:latin typeface="Aptos"/>
              </a:defRPr>
            </a:pPr>
            <a:r>
              <a:t>Iterating collections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85031"/>
            <a:ext cx="749807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The program visits each question in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15968"/>
            <a:ext cx="2514600" cy="566928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443983"/>
            <a:ext cx="21945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CDB4"/>
                </a:solidFill>
                <a:latin typeface="Aptos"/>
              </a:defRPr>
            </a:pPr>
            <a:r>
              <a:t>Iterator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443983"/>
            <a:ext cx="749807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Iterator&lt;Question&gt; moves through the list.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19"/>
            <a:ext cx="2514600" cy="566928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202935"/>
            <a:ext cx="21945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DDCEB"/>
                </a:solidFill>
                <a:latin typeface="Aptos"/>
              </a:defRPr>
            </a:pPr>
            <a:r>
              <a:t>Lambda expression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202935"/>
            <a:ext cx="749807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(a, b) -&gt; ... gives the sorting rule.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How the program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600200" cy="16916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8992" y="1645920"/>
            <a:ext cx="713232" cy="713232"/>
          </a:xfrm>
          <a:prstGeom prst="round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847088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0183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13716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Create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651760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240280"/>
            <a:ext cx="1600200" cy="16916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99232" y="1645920"/>
            <a:ext cx="713232" cy="713232"/>
          </a:xfrm>
          <a:prstGeom prst="roundRect">
            <a:avLst/>
          </a:prstGeom>
          <a:solidFill>
            <a:srgbClr val="4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72968" y="1847088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0183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43200"/>
            <a:ext cx="13716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Sort and shuffle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51760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240280"/>
            <a:ext cx="1600200" cy="16916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19472" y="1645920"/>
            <a:ext cx="713232" cy="713232"/>
          </a:xfrm>
          <a:prstGeom prst="round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93208" y="1847088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0183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43200"/>
            <a:ext cx="13716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Show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651760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40280"/>
            <a:ext cx="1600200" cy="16916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39712" y="1645920"/>
            <a:ext cx="713232" cy="713232"/>
          </a:xfrm>
          <a:prstGeom prst="roundRect">
            <a:avLst/>
          </a:prstGeom>
          <a:solidFill>
            <a:srgbClr val="4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13448" y="1847088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0183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743200"/>
            <a:ext cx="13716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Read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651760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240280"/>
            <a:ext cx="1600200" cy="16916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59952" y="1645920"/>
            <a:ext cx="713232" cy="713232"/>
          </a:xfrm>
          <a:prstGeom prst="round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33688" y="1847088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0183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7" y="2743200"/>
            <a:ext cx="13716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Calculate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651760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15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2240280"/>
            <a:ext cx="1600200" cy="169164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680192" y="1645920"/>
            <a:ext cx="713232" cy="713232"/>
          </a:xfrm>
          <a:prstGeom prst="roundRect">
            <a:avLst/>
          </a:prstGeom>
          <a:solidFill>
            <a:srgbClr val="4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53928" y="1847088"/>
            <a:ext cx="3657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0183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2743200"/>
            <a:ext cx="137160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Suggest level + save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37760"/>
            <a:ext cx="10332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B4C0D7"/>
                </a:solidFill>
                <a:latin typeface="Aptos"/>
              </a:defRPr>
            </a:pPr>
            <a:r>
              <a:t>Input: numbers 1–3     •     Output: score, practice level, saved text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17320"/>
            <a:ext cx="9966960" cy="448056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  <a:latin typeface="Aptos"/>
              </a:defRPr>
            </a:pPr>
            <a:r>
              <a:t>•  Short, beginner-friendly Java code.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  <a:latin typeface="Aptos"/>
              </a:defRPr>
            </a:pPr>
            <a:r>
              <a:t>•  Uses Scanner for keyboard input.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  <a:latin typeface="Aptos"/>
              </a:defRPr>
            </a:pPr>
            <a:r>
              <a:t>•  Demonstrates all listed concepts from Modules 4, 5 and 6.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  <a:latin typeface="Aptos"/>
              </a:defRPr>
            </a:pPr>
            <a:r>
              <a:t>•  Automatically checks answers and calculates the score.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  <a:latin typeface="Aptos"/>
              </a:defRPr>
            </a:pPr>
            <a:r>
              <a:t>•  Shuffles questions so each run can feel different.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  <a:latin typeface="Aptos"/>
              </a:defRPr>
            </a:pPr>
            <a:r>
              <a:t>•  Saves the result for later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960120" cy="54864"/>
          </a:xfrm>
          <a:prstGeom prst="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29768"/>
            <a:ext cx="1920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4389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CDB4"/>
                </a:solidFill>
                <a:latin typeface="Aptos"/>
              </a:defRPr>
            </a:pPr>
            <a:r>
              <a:t>POSSIBLE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434840" cy="283464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Add more questions and topics.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Track correct and wrong answers separately.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Load questions from a file.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 Use different difficulty levels based on earlier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389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4DDCEB"/>
                </a:solidFill>
                <a:latin typeface="Aptos"/>
              </a:defRPr>
            </a:pPr>
            <a:r>
              <a:t>NEXT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14600"/>
            <a:ext cx="4251960" cy="1920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F5F8FF"/>
                </a:solidFill>
                <a:latin typeface="Aptos"/>
              </a:defRPr>
            </a:pPr>
            <a:r>
              <a:t>A larger question bank could make the quiz more useful for practice. A graphical screen and saved player profiles could be added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45720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CDB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863840" cy="1554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F5F8FF"/>
                </a:solidFill>
                <a:latin typeface="Aptos"/>
              </a:defRPr>
            </a:pPr>
            <a:r>
              <a:t>One small program.</a:t>
            </a:r>
          </a:p>
          <a:p>
            <a:pPr>
              <a:spcAft>
                <a:spcPts val="500"/>
              </a:spcAft>
              <a:defRPr sz="3500" b="1">
                <a:solidFill>
                  <a:srgbClr val="F5F8FF"/>
                </a:solidFill>
                <a:latin typeface="Aptos"/>
              </a:defRPr>
            </a:pPr>
            <a:r>
              <a:t>Many Java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7315200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B4C0D7"/>
                </a:solidFill>
                <a:latin typeface="Aptos"/>
              </a:defRPr>
            </a:pPr>
            <a:r>
              <a:t>The Adaptive Java Quiz Engine brings OOP, strings, collections, lambda expressions and file handling together in one working Java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508760"/>
            <a:ext cx="2148840" cy="2148840"/>
          </a:xfrm>
          <a:prstGeom prst="roundRect">
            <a:avLst/>
          </a:prstGeom>
          <a:solidFill>
            <a:srgbClr val="00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0" y="1828800"/>
            <a:ext cx="1417320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  <a:defRPr sz="5000" b="1">
                <a:solidFill>
                  <a:srgbClr val="10183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2743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FC15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4114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4C0D7"/>
                </a:solidFill>
                <a:latin typeface="Aptos"/>
              </a:defRPr>
            </a:pPr>
            <a:r>
              <a:t>ADAPTIVE JAVA QUIZ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4DDCE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674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India</dc:creator>
  <cp:keywords/>
  <dc:description>generated using python-pptx</dc:description>
  <cp:lastModifiedBy>India</cp:lastModifiedBy>
  <cp:revision>3</cp:revision>
  <dcterms:created xsi:type="dcterms:W3CDTF">2013-01-27T09:14:16Z</dcterms:created>
  <dcterms:modified xsi:type="dcterms:W3CDTF">2026-10-16T05:14:31Z</dcterms:modified>
  <cp:category/>
</cp:coreProperties>
</file>